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27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ADFE99-7C43-DE1D-8FE4-CC349B5ECF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850" y="1997075"/>
            <a:ext cx="10058400" cy="44107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42BD96-BB75-3150-C16B-866FD08DE4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850" y="6652815"/>
            <a:ext cx="10058400" cy="44107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D96FFB-BCE2-600D-9DCC-A7FE3DAAE1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8650" y="2378076"/>
            <a:ext cx="10363200" cy="4114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9C3FAE-A28D-BD12-1CA4-8D79584994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155" y="6654257"/>
            <a:ext cx="10279495" cy="44333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KAMLESH TEKAM</dc:creator>
  <cp:lastModifiedBy>KAMLESH TEKAM</cp:lastModifiedBy>
  <cp:revision>2</cp:revision>
  <dcterms:created xsi:type="dcterms:W3CDTF">2026-07-06T12:42:54Z</dcterms:created>
  <dcterms:modified xsi:type="dcterms:W3CDTF">2026-07-06T13:19:00Z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2026-07-06T00:00:00Z</vt:filetime>
  </property>
  <property fmtid="{D5CDD505-2E9C-101B-9397-08002B2CF9AE}" pid="3" name="LastSaved">
    <vt:filetime>2026-07-06T00:00:00Z</vt:filetime>
  </property>
  <property fmtid="{D5CDD505-2E9C-101B-9397-08002B2CF9AE}" pid="4" name="Producer">
    <vt:lpwstr>3-Heights(TM) PDF Security Shell 4.8.25.2 (http://www.pdf-tools.com)</vt:lpwstr>
  </property>
</Properties>
</file>